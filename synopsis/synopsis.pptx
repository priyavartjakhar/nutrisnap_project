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777240" cy="8595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Synopsis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from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Photographs Using Deep Learning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EfficientNetV2 + Nutrition Mapping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Anu Yadav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402336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</a:t>
            </a:r>
            <a:pPr algn="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(231031150057)</a:t>
            </a:r>
            <a:endParaRPr lang="en-US" sz="14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Pushpa</a:t>
            </a:r>
            <a:pPr algn="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(231031150040)</a:t>
            </a:r>
            <a:endParaRPr lang="en-US" sz="14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Atharv</a:t>
            </a:r>
            <a:pPr algn="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(231031150013)</a:t>
            </a:r>
            <a:endParaRPr lang="en-US" sz="14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endParaRPr lang="en-US" sz="14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 CSE (IoT) — 6th Semester</a:t>
            </a:r>
            <a:endParaRPr lang="en-US" sz="14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Science &amp; Engineering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2025–26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Project Synopsis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Dietary monitoring is essential for managing health conditions such as obesity, diabetes, and cardiovascular diseases. However, manual calorie tracking is tedious, error-prone, and often abandoned by users within weeks [1]. With the ubiquity of smartphone cameras, image-based food recognition presents a practical alternative.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advances in Convolutional Neural Networks (CNNs), particularly transfer learning with architectures such as EfficientNet [2], have demonstrated high accuracy in food image classification. This project proposes an end-to-end system that photographs a meal, identifies the food items, and estimates their nutritional content using a mapped calorie database.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Components: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Food-101 Dataset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101 food categories with 101,000 real-world images [3]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4507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EfficientNetV2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state-of-the-art CNN with compound scaling for accuracy and speed [2]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8554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Nutrition Database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USDA FoodData Central mapping per food class [4]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52029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Web App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upload photo or use camera, get instant calorie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calorie estimation requires users to weigh ingredients, look up nutritional tables, and perform calculations — a process most people find impractical for daily use. Studies show that self-reported dietary intake is inaccurate by 30–50% on average [1].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automated vision-based system can reduce this friction by classifying food from a single photograph and mapping it to known nutritional values.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    To classify food items from photographs with high accuracy using deep learning [2, 3].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" y="3374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    To map recognized food classes to nutritional data (calories, protein, fat, carbs) [4].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36850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    To handle visual diversity — varying lighting, angles, plating styles, and occlusion [5].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31520" y="39959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    To build a practical, user-friendly web interface for real-time estimation.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Summary: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81728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Property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Food-101 (ETH Zurich) [3]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Images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101,000 (1,000 per class)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101 food categories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Nutrition Source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USDA FoodData Central [4]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extensive review of published literature was conducted to understand the state-of-the-art in food image recognition and calorie estimation: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Image Recognition: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Bossard et al. (2014) introduced the Food-101 dataset and achieved 50.8% accuracy with Random Forests. Deep CNNs have since pushed accuracy beyond 90% [3].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898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 &amp; Le (2021) proposed EfficientNetV2 with progressive training, achieving state-of-the-art accuracy on ImageNet while being 5–11x faster than prior models [2].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557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 Estimation: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Myers et al. (2015) proposed Im2Calories, combining food recognition with volume estimation using depth data for calorie prediction [6].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21538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Nutritional Databases: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USDA FoodData Central provides comprehensive nutritional profiles for thousands of food items, enabling accurate per-serving calorie mapping [4].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737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Food Recognition: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Mezgec &amp; Korousic Seljak (2017) demonstrated that deep learning models can achieve practical accuracy for dietary assessment on mobile devices [5].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5532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Augmentation: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Shorten &amp; Khoshgoftaar (2019) showed that augmentation techniques (rotation, flipping, color jitter) significantly improve CNN generalization on food images [7].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the literature review and identified research gaps, the project objectives are: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    To preprocess the Food-101 dataset with augmentation (rotation, flipping, color jitter, mixup) for robust training [3, 7].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761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    To fine-tune EfficientNetV2-B0 pretrained on ImageNet for 101-class food classification using transfer learning [2].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3284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    To build a nutrition mapping layer linking each food class to USDA calorie, protein, fat, and carbohydrate data [4].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89534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    To develop a Flask web application allowing photo upload and live camera capture for instant food recognition.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4622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    To display per-item and total meal nutritional breakdown with confidence scores.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50292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VI.     To evaluate model performance using Top-1 Accuracy, Top-5 Accuracy, and per-class Precision/Recall [3].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follows a modular pipeline from data preparation to deployment: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Preparation: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Load Food-101 dataset [3]; resize to 224×224; apply augmentation (RandomHorizontalFlip, RandomRotation, ColorJitter, Normalize to ImageNet stats) [7].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8072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Architecture: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EfficientNetV2-B0 pretrained on ImageNet [2]. Replace final classification head with FC(1280→512→101). Freeze backbone for 5 epochs, then unfreeze top 50 layers for fine-tuning.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4655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Adam optimizer (lr=1e-4 with cosine annealing), CrossEntropyLoss, batch size 32, 30 epochs. Early stopping on validation loss (patience=5).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123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Nutrition Mapping: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JSON lookup table mapping each of the 101 food classes to USDA FoodData Central [4] nutritional values per standard serving size.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823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Pipeline: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 image → preprocess → EfficientNetV2 → top-3 predictions with confidence → nutrition lookup → display calorie breakdown.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5440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Application: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Flask backend serving the trained model. Frontend with upload and camera capture. Results shown with food label, confidence %, and full nutritional 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following technologies and tools are used: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Technologies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Python 3.10+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PyTorch, torchvision (MPS acceleration on Apple Silicon)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EfficientNetV2-B0 (pretrained on ImageNet) [2]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Processing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Pandas, NumPy, Pillow, torchvision.transforms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Framework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Flask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HTML5, CSS3, JavaScript (vanilla)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Nutrition Data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USDA FoodData Central API / JSON [4]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Visualization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Matplotlib, Seaborn (training curves, confusion matrix)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Platform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Apple M1 Max (MPS), Jupyter Notebook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 &amp; Timeline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expected to achieve: Top-1 Accuracy ≥ 85%, Top-5 Accuracy ≥ 95% on the Food-101 test set, with calorie estimation within ±15% of USDA reference values per serving.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   Trained EfficientNetV2 model as a deployable artifact (.pth file) [2].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   Nutrition mapping JSON linking 101 food classes to USDA data [4].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337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   Flask web application with photo upload and camera capture.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   Per-item and total meal calorie/macronutrient breakdown display.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886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   Evaluation report: accuracy, confusion matrix, per-class metrics.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 (12 Weeks):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65836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Activities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Literature review &amp; dataset exploration [3]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preprocessing &amp; augmentation pipeline [7]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III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4–6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EfficientNetV2 training &amp; fine-tuning [2]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IV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Nutrition mapping integration [4]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8–9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Flask web app &amp; frontend development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10–11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Testing, evaluation &amp; optimization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Documentation &amp; presentation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"/>
            <a:ext cx="59436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82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Engineering &amp; Technology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Gurugram University, Gurugram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560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6355080"/>
            <a:ext cx="76809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Yashika, Pushpa, Atharv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01752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Calorie Estimation — Synopsis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  Schoeller, D.A. (1995). Limitations in the Assessment of Dietary Energy Intake by Self-Report. Metabolism, 44, 18–22.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  Tan, M., &amp; Le, Q.V. (2021). EfficientNetV2: Smaller Models and Faster Training. Proc. ICML, 10096–10106.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688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  Bossard, L., Guillaumin, M., &amp; Van Gool, L. (2014). Food-101 – Mining Discriminative Components with Random Forests. ECCV, 446–461.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  U.S. Department of Agriculture. USDA FoodData Central. fdc.nal.usda.gov.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639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  Mezgec, S., &amp; Korousic Seljak, B. (2017). NutriNet: A Deep Learning Food and Drink Image Recognition System for Dietary Assessment. Nutrients, 9(7), 657.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  Myers, A., Johnston, N., Rathod, V., et al. (2015). Im2Calories: Towards an Automated Mobile Vision Food Diary. Proc. ICCV, 1233–1241.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  Shorten, C., &amp; Khoshgoftaar, T.M. (2019). A Survey on Image Data Augmentation for Deep Learning. J. Big Data, 6, 60.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50657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   He, K., Zhang, X., Ren, S., &amp; Sun, J. (2016). Deep Residual Learning for Image Recognition. Proc. CVPR, 770–778.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Calorie Estimation from Photographs Using Deep Learning</dc:title>
  <dc:subject>PptxGenJS Presentation</dc:subject>
  <dc:creator>Yashika, Pushpa, Atharv</dc:creator>
  <cp:lastModifiedBy>Yashika, Pushpa, Atharv</cp:lastModifiedBy>
  <cp:revision>1</cp:revision>
  <dcterms:created xsi:type="dcterms:W3CDTF">2026-03-14T04:38:39Z</dcterms:created>
  <dcterms:modified xsi:type="dcterms:W3CDTF">2026-03-14T04:38:39Z</dcterms:modified>
</cp:coreProperties>
</file>